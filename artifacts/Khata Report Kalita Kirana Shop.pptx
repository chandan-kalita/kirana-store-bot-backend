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Balance (₹)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Suresh</c:v>
                </c:pt>
                <c:pt idx="1">
                  <c:v>Ganesh</c:v>
                </c:pt>
                <c:pt idx="2">
                  <c:v>Ramesh</c:v>
                </c:pt>
                <c:pt idx="3">
                  <c:v>Meena</c:v>
                </c:pt>
                <c:pt idx="4">
                  <c:v>Lakshmi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2524.0</c:v>
                </c:pt>
                <c:pt idx="1">
                  <c:v>2177.0</c:v>
                </c:pt>
                <c:pt idx="2">
                  <c:v>1839.0</c:v>
                </c:pt>
                <c:pt idx="3">
                  <c:v>1242.0</c:v>
                </c:pt>
                <c:pt idx="4">
                  <c:v>775.0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&quot;₹&quot;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Khata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Kalita Kirana Shop - 18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Balances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Outstanding (₹)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Last Activity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Suresh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₹2,524.00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 Jul - Payment ₹220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Ganesh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₹2,177.00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 Jun - Credit ₹459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Ramesh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₹1,839.00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 Jun - Credit ₹333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Meena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₹1,242.00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 Jul - Credit ₹382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Lakshmi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₹775.00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 May - Credit ₹497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Outstanding by Customer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t>5 khata customers, total outstanding: ₹8,557.00</a:t>
            </a:r>
          </a:p>
          <a:p>
            <a:r>
              <a:t>Suresh highest at ₹2,524 - last payment on 13 Jul</a:t>
            </a:r>
          </a:p>
          <a:p>
            <a:r>
              <a:t>Lakshmi lowest at ₹775 - no activity since 8 May</a:t>
            </a:r>
          </a:p>
          <a:p>
            <a:r>
              <a:t>Meena most recent activity on 16 Jul (credit ₹382)</a:t>
            </a:r>
          </a:p>
          <a:p>
            <a:r>
              <a:t>Ganesh &amp; Ramesh both last active mid-June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